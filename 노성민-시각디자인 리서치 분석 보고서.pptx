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B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2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0415274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30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4224990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86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1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539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3018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9509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703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28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10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FCDDE1C-F23B-4101-8D16-9BB921615B59}" type="datetimeFigureOut">
              <a:rPr lang="ko-KR" altLang="en-US" smtClean="0"/>
              <a:t>2021-09-03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050B533-9625-44A5-9FB9-3E45806557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195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4A352-9974-49C9-AC86-AA9FD16E2D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6000" dirty="0"/>
              <a:t>시각디자인 리서치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CD7A345-2A61-4708-8B39-BE744A1C4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/>
              <a:t>UX&amp;Ul</a:t>
            </a:r>
            <a:r>
              <a:rPr lang="en-US" altLang="ko-KR" dirty="0"/>
              <a:t> </a:t>
            </a:r>
            <a:r>
              <a:rPr lang="ko-KR" altLang="en-US" dirty="0"/>
              <a:t>노성민</a:t>
            </a:r>
          </a:p>
        </p:txBody>
      </p:sp>
    </p:spTree>
    <p:extLst>
      <p:ext uri="{BB962C8B-B14F-4D97-AF65-F5344CB8AC3E}">
        <p14:creationId xmlns:p14="http://schemas.microsoft.com/office/powerpoint/2010/main" val="4161593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E3CAF-2DAD-47F5-AF6A-BC579369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920931"/>
          </a:xfrm>
        </p:spPr>
        <p:txBody>
          <a:bodyPr/>
          <a:lstStyle/>
          <a:p>
            <a:r>
              <a:rPr lang="ko-KR" altLang="en-US" dirty="0"/>
              <a:t>기초 조사 분석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308E8C-863C-4E84-B0F7-32FB6DCED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50423"/>
            <a:ext cx="4990011" cy="4116977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ko-KR" altLang="en-US" sz="12800" dirty="0"/>
              <a:t>쇼핑몰 서비스</a:t>
            </a:r>
            <a:endParaRPr lang="en-US" altLang="ko-KR" sz="12800" dirty="0"/>
          </a:p>
          <a:p>
            <a:pPr>
              <a:lnSpc>
                <a:spcPct val="170000"/>
              </a:lnSpc>
            </a:pPr>
            <a:r>
              <a:rPr lang="ko-KR" altLang="en-US" sz="12800" dirty="0"/>
              <a:t>심플한 </a:t>
            </a:r>
            <a:r>
              <a:rPr lang="en-US" altLang="ko-KR" sz="12800" dirty="0"/>
              <a:t>Ul</a:t>
            </a:r>
          </a:p>
          <a:p>
            <a:pPr>
              <a:lnSpc>
                <a:spcPct val="170000"/>
              </a:lnSpc>
            </a:pPr>
            <a:r>
              <a:rPr lang="ko-KR" altLang="en-US" sz="12800" dirty="0" err="1"/>
              <a:t>다크</a:t>
            </a:r>
            <a:r>
              <a:rPr lang="ko-KR" altLang="en-US" sz="12800" dirty="0"/>
              <a:t> 모드</a:t>
            </a:r>
            <a:endParaRPr lang="en-US" altLang="ko-KR" sz="12800" dirty="0"/>
          </a:p>
          <a:p>
            <a:pPr>
              <a:lnSpc>
                <a:spcPct val="170000"/>
              </a:lnSpc>
            </a:pPr>
            <a:r>
              <a:rPr lang="ko-KR" altLang="en-US" sz="12800" dirty="0"/>
              <a:t>사용자 편의</a:t>
            </a:r>
            <a:endParaRPr lang="en-US" altLang="ko-KR" sz="12800" dirty="0"/>
          </a:p>
          <a:p>
            <a:pPr>
              <a:lnSpc>
                <a:spcPct val="170000"/>
              </a:lnSpc>
            </a:pPr>
            <a:r>
              <a:rPr lang="ko-KR" altLang="en-US" sz="12800" dirty="0"/>
              <a:t>반응형 웹페이지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92D27B0-5344-443F-8C81-12D9434A2DA1}"/>
              </a:ext>
            </a:extLst>
          </p:cNvPr>
          <p:cNvSpPr txBox="1">
            <a:spLocks/>
          </p:cNvSpPr>
          <p:nvPr/>
        </p:nvSpPr>
        <p:spPr>
          <a:xfrm>
            <a:off x="6644640" y="1750423"/>
            <a:ext cx="4990011" cy="411697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70000"/>
              </a:lnSpc>
            </a:pPr>
            <a:r>
              <a:rPr lang="ko-KR" altLang="en-US" sz="12800" dirty="0"/>
              <a:t>세부적인 태그</a:t>
            </a:r>
            <a:endParaRPr lang="en-US" altLang="ko-KR" sz="12800" dirty="0"/>
          </a:p>
          <a:p>
            <a:pPr>
              <a:lnSpc>
                <a:spcPct val="170000"/>
              </a:lnSpc>
            </a:pPr>
            <a:r>
              <a:rPr lang="ko-KR" altLang="en-US" sz="12800" dirty="0"/>
              <a:t>최근 본 상품</a:t>
            </a:r>
            <a:endParaRPr lang="en-US" altLang="ko-KR" sz="12800" dirty="0"/>
          </a:p>
          <a:p>
            <a:pPr>
              <a:lnSpc>
                <a:spcPct val="170000"/>
              </a:lnSpc>
            </a:pPr>
            <a:r>
              <a:rPr lang="ko-KR" altLang="en-US" sz="12800" dirty="0"/>
              <a:t>찜 기능</a:t>
            </a:r>
            <a:endParaRPr lang="en-US" altLang="ko-KR" sz="12800" dirty="0"/>
          </a:p>
          <a:p>
            <a:pPr>
              <a:lnSpc>
                <a:spcPct val="170000"/>
              </a:lnSpc>
            </a:pPr>
            <a:r>
              <a:rPr lang="ko-KR" altLang="en-US" sz="12800" dirty="0"/>
              <a:t>랭킹</a:t>
            </a:r>
            <a:endParaRPr lang="en-US" altLang="ko-KR" sz="128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735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116F8-AD09-4291-A33F-5A2D7EF4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93618"/>
          </a:xfrm>
        </p:spPr>
        <p:txBody>
          <a:bodyPr/>
          <a:lstStyle/>
          <a:p>
            <a:r>
              <a:rPr lang="ko-KR" altLang="en-US" dirty="0"/>
              <a:t>체크리스트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21767-8CD6-4ED6-B7DD-29DB2B907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121" y="1899774"/>
            <a:ext cx="4331368" cy="4047836"/>
          </a:xfrm>
        </p:spPr>
        <p:txBody>
          <a:bodyPr>
            <a:normAutofit lnSpcReduction="10000"/>
          </a:bodyPr>
          <a:lstStyle/>
          <a:p>
            <a:pPr marL="0" indent="0" algn="r">
              <a:lnSpc>
                <a:spcPct val="150000"/>
              </a:lnSpc>
              <a:buNone/>
            </a:pPr>
            <a:r>
              <a:rPr lang="ko-KR" altLang="en-US" dirty="0"/>
              <a:t>가격은 알맞게 책정되었는가</a:t>
            </a:r>
            <a:r>
              <a:rPr lang="en-US" altLang="ko-KR" dirty="0"/>
              <a:t>?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US" altLang="ko-KR" dirty="0"/>
              <a:t>Ul</a:t>
            </a:r>
            <a:r>
              <a:rPr lang="ko-KR" altLang="en-US" dirty="0"/>
              <a:t>를 사용자가 사용하기 쉬운가</a:t>
            </a:r>
            <a:r>
              <a:rPr lang="en-US" altLang="ko-KR" dirty="0"/>
              <a:t>?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dirty="0"/>
              <a:t>검색 기능이 사용하기 쉬운가</a:t>
            </a:r>
            <a:r>
              <a:rPr lang="en-US" altLang="ko-KR" dirty="0"/>
              <a:t>?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dirty="0"/>
              <a:t>트렌드에 맞는 테마를 적용하였는가</a:t>
            </a:r>
            <a:r>
              <a:rPr lang="en-US" altLang="ko-KR" dirty="0"/>
              <a:t>?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dirty="0" err="1"/>
              <a:t>다크</a:t>
            </a:r>
            <a:r>
              <a:rPr lang="ko-KR" altLang="en-US" dirty="0"/>
              <a:t> 모드가 있는가</a:t>
            </a:r>
            <a:r>
              <a:rPr lang="en-US" altLang="ko-KR" dirty="0"/>
              <a:t>?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dirty="0"/>
              <a:t>최근 본 상품 </a:t>
            </a:r>
            <a:r>
              <a:rPr lang="en-US" altLang="ko-KR" dirty="0"/>
              <a:t>+ </a:t>
            </a:r>
            <a:r>
              <a:rPr lang="ko-KR" altLang="en-US" dirty="0"/>
              <a:t>찜 기능이 있는가</a:t>
            </a:r>
            <a:r>
              <a:rPr lang="en-US" altLang="ko-KR" dirty="0"/>
              <a:t>?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ko-KR" altLang="en-US" dirty="0"/>
              <a:t>웹페이지를 반응형으로 제작하였는가</a:t>
            </a:r>
            <a:r>
              <a:rPr lang="en-US" altLang="ko-KR" dirty="0"/>
              <a:t>?</a:t>
            </a:r>
          </a:p>
          <a:p>
            <a:pPr marL="0" indent="0" algn="r">
              <a:buNone/>
            </a:pPr>
            <a:endParaRPr lang="en-US" altLang="ko-KR" dirty="0"/>
          </a:p>
          <a:p>
            <a:pPr marL="0" indent="0" algn="r">
              <a:buNone/>
            </a:pPr>
            <a:endParaRPr lang="en-US" altLang="ko-KR" dirty="0"/>
          </a:p>
          <a:p>
            <a:pPr marL="0" indent="0" algn="r">
              <a:buNone/>
            </a:pPr>
            <a:endParaRPr lang="en-US" altLang="ko-KR" dirty="0"/>
          </a:p>
          <a:p>
            <a:pPr marL="0" indent="0" algn="r">
              <a:buNone/>
            </a:pPr>
            <a:endParaRPr lang="en-US" altLang="ko-KR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272AEFB-F556-4D6B-A659-F4B5AEC21199}"/>
              </a:ext>
            </a:extLst>
          </p:cNvPr>
          <p:cNvCxnSpPr>
            <a:cxnSpLocks/>
          </p:cNvCxnSpPr>
          <p:nvPr/>
        </p:nvCxnSpPr>
        <p:spPr>
          <a:xfrm>
            <a:off x="8205294" y="1741966"/>
            <a:ext cx="0" cy="43634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7337D40B-3106-46C6-8072-42253EA92936}"/>
              </a:ext>
            </a:extLst>
          </p:cNvPr>
          <p:cNvSpPr/>
          <p:nvPr/>
        </p:nvSpPr>
        <p:spPr>
          <a:xfrm>
            <a:off x="8646451" y="2019847"/>
            <a:ext cx="133924" cy="261535"/>
          </a:xfrm>
          <a:custGeom>
            <a:avLst/>
            <a:gdLst>
              <a:gd name="connsiteX0" fmla="*/ 0 w 267854"/>
              <a:gd name="connsiteY0" fmla="*/ 212437 h 360219"/>
              <a:gd name="connsiteX1" fmla="*/ 110836 w 267854"/>
              <a:gd name="connsiteY1" fmla="*/ 360219 h 360219"/>
              <a:gd name="connsiteX2" fmla="*/ 267854 w 267854"/>
              <a:gd name="connsiteY2" fmla="*/ 0 h 36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854" h="360219">
                <a:moveTo>
                  <a:pt x="0" y="212437"/>
                </a:moveTo>
                <a:lnTo>
                  <a:pt x="110836" y="360219"/>
                </a:lnTo>
                <a:lnTo>
                  <a:pt x="267854" y="0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95BED88D-7845-475C-8081-F88FA45A048F}"/>
              </a:ext>
            </a:extLst>
          </p:cNvPr>
          <p:cNvSpPr/>
          <p:nvPr/>
        </p:nvSpPr>
        <p:spPr>
          <a:xfrm>
            <a:off x="8674768" y="3144374"/>
            <a:ext cx="133924" cy="261535"/>
          </a:xfrm>
          <a:custGeom>
            <a:avLst/>
            <a:gdLst>
              <a:gd name="connsiteX0" fmla="*/ 0 w 267854"/>
              <a:gd name="connsiteY0" fmla="*/ 212437 h 360219"/>
              <a:gd name="connsiteX1" fmla="*/ 110836 w 267854"/>
              <a:gd name="connsiteY1" fmla="*/ 360219 h 360219"/>
              <a:gd name="connsiteX2" fmla="*/ 267854 w 267854"/>
              <a:gd name="connsiteY2" fmla="*/ 0 h 36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854" h="360219">
                <a:moveTo>
                  <a:pt x="0" y="212437"/>
                </a:moveTo>
                <a:lnTo>
                  <a:pt x="110836" y="360219"/>
                </a:lnTo>
                <a:lnTo>
                  <a:pt x="267854" y="0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921EC6EB-8720-4C68-AEFB-D80E3C8707B8}"/>
              </a:ext>
            </a:extLst>
          </p:cNvPr>
          <p:cNvSpPr/>
          <p:nvPr/>
        </p:nvSpPr>
        <p:spPr>
          <a:xfrm>
            <a:off x="8655809" y="4382896"/>
            <a:ext cx="133924" cy="261535"/>
          </a:xfrm>
          <a:custGeom>
            <a:avLst/>
            <a:gdLst>
              <a:gd name="connsiteX0" fmla="*/ 0 w 267854"/>
              <a:gd name="connsiteY0" fmla="*/ 212437 h 360219"/>
              <a:gd name="connsiteX1" fmla="*/ 110836 w 267854"/>
              <a:gd name="connsiteY1" fmla="*/ 360219 h 360219"/>
              <a:gd name="connsiteX2" fmla="*/ 267854 w 267854"/>
              <a:gd name="connsiteY2" fmla="*/ 0 h 36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854" h="360219">
                <a:moveTo>
                  <a:pt x="0" y="212437"/>
                </a:moveTo>
                <a:lnTo>
                  <a:pt x="110836" y="360219"/>
                </a:lnTo>
                <a:lnTo>
                  <a:pt x="267854" y="0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D1897F5F-9500-44BA-8B72-A88F8CB86A01}"/>
              </a:ext>
            </a:extLst>
          </p:cNvPr>
          <p:cNvSpPr/>
          <p:nvPr/>
        </p:nvSpPr>
        <p:spPr>
          <a:xfrm>
            <a:off x="8643051" y="4970865"/>
            <a:ext cx="133924" cy="261535"/>
          </a:xfrm>
          <a:custGeom>
            <a:avLst/>
            <a:gdLst>
              <a:gd name="connsiteX0" fmla="*/ 0 w 267854"/>
              <a:gd name="connsiteY0" fmla="*/ 212437 h 360219"/>
              <a:gd name="connsiteX1" fmla="*/ 110836 w 267854"/>
              <a:gd name="connsiteY1" fmla="*/ 360219 h 360219"/>
              <a:gd name="connsiteX2" fmla="*/ 267854 w 267854"/>
              <a:gd name="connsiteY2" fmla="*/ 0 h 36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854" h="360219">
                <a:moveTo>
                  <a:pt x="0" y="212437"/>
                </a:moveTo>
                <a:lnTo>
                  <a:pt x="110836" y="360219"/>
                </a:lnTo>
                <a:lnTo>
                  <a:pt x="267854" y="0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9B50B800-A328-4E00-A82F-6E99028927F3}"/>
              </a:ext>
            </a:extLst>
          </p:cNvPr>
          <p:cNvSpPr/>
          <p:nvPr/>
        </p:nvSpPr>
        <p:spPr>
          <a:xfrm>
            <a:off x="8646451" y="5511193"/>
            <a:ext cx="133924" cy="261535"/>
          </a:xfrm>
          <a:custGeom>
            <a:avLst/>
            <a:gdLst>
              <a:gd name="connsiteX0" fmla="*/ 0 w 267854"/>
              <a:gd name="connsiteY0" fmla="*/ 212437 h 360219"/>
              <a:gd name="connsiteX1" fmla="*/ 110836 w 267854"/>
              <a:gd name="connsiteY1" fmla="*/ 360219 h 360219"/>
              <a:gd name="connsiteX2" fmla="*/ 267854 w 267854"/>
              <a:gd name="connsiteY2" fmla="*/ 0 h 36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854" h="360219">
                <a:moveTo>
                  <a:pt x="0" y="212437"/>
                </a:moveTo>
                <a:lnTo>
                  <a:pt x="110836" y="360219"/>
                </a:lnTo>
                <a:lnTo>
                  <a:pt x="267854" y="0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1FD8604F-FB3D-4CDB-8206-282FABE280E8}"/>
              </a:ext>
            </a:extLst>
          </p:cNvPr>
          <p:cNvSpPr/>
          <p:nvPr/>
        </p:nvSpPr>
        <p:spPr>
          <a:xfrm>
            <a:off x="8643051" y="2612675"/>
            <a:ext cx="133924" cy="261535"/>
          </a:xfrm>
          <a:custGeom>
            <a:avLst/>
            <a:gdLst>
              <a:gd name="connsiteX0" fmla="*/ 0 w 267854"/>
              <a:gd name="connsiteY0" fmla="*/ 212437 h 360219"/>
              <a:gd name="connsiteX1" fmla="*/ 110836 w 267854"/>
              <a:gd name="connsiteY1" fmla="*/ 360219 h 360219"/>
              <a:gd name="connsiteX2" fmla="*/ 267854 w 267854"/>
              <a:gd name="connsiteY2" fmla="*/ 0 h 36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854" h="360219">
                <a:moveTo>
                  <a:pt x="0" y="212437"/>
                </a:moveTo>
                <a:lnTo>
                  <a:pt x="110836" y="360219"/>
                </a:lnTo>
                <a:lnTo>
                  <a:pt x="267854" y="0"/>
                </a:lnTo>
              </a:path>
            </a:pathLst>
          </a:cu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050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3AB51-9018-4761-A273-462D5DD6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1063"/>
          </a:xfrm>
        </p:spPr>
        <p:txBody>
          <a:bodyPr/>
          <a:lstStyle/>
          <a:p>
            <a:r>
              <a:rPr lang="ko-KR" altLang="en-US" dirty="0"/>
              <a:t>사용자 페르소나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3AF413-BA4B-40D9-AF99-D4EAA9E27A00}"/>
              </a:ext>
            </a:extLst>
          </p:cNvPr>
          <p:cNvGrpSpPr/>
          <p:nvPr/>
        </p:nvGrpSpPr>
        <p:grpSpPr>
          <a:xfrm>
            <a:off x="3099831" y="2788380"/>
            <a:ext cx="2157970" cy="3079020"/>
            <a:chOff x="2895295" y="2286000"/>
            <a:chExt cx="1672390" cy="2567453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28CAA7FA-B8AA-48CB-9724-4A265DC9D8AD}"/>
                </a:ext>
              </a:extLst>
            </p:cNvPr>
            <p:cNvSpPr/>
            <p:nvPr/>
          </p:nvSpPr>
          <p:spPr>
            <a:xfrm>
              <a:off x="3426691" y="2286000"/>
              <a:ext cx="609600" cy="609600"/>
            </a:xfrm>
            <a:prstGeom prst="ellipse">
              <a:avLst/>
            </a:prstGeom>
            <a:solidFill>
              <a:srgbClr val="191B0E"/>
            </a:solidFill>
            <a:ln>
              <a:solidFill>
                <a:srgbClr val="191B0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현 4">
              <a:extLst>
                <a:ext uri="{FF2B5EF4-FFF2-40B4-BE49-F238E27FC236}">
                  <a16:creationId xmlns:a16="http://schemas.microsoft.com/office/drawing/2014/main" id="{2808075F-41E1-4BA7-90CD-CE3F2B40F166}"/>
                </a:ext>
              </a:extLst>
            </p:cNvPr>
            <p:cNvSpPr/>
            <p:nvPr/>
          </p:nvSpPr>
          <p:spPr>
            <a:xfrm rot="4872351">
              <a:off x="2811074" y="3096842"/>
              <a:ext cx="1840832" cy="1672390"/>
            </a:xfrm>
            <a:prstGeom prst="chord">
              <a:avLst>
                <a:gd name="adj1" fmla="val 6293827"/>
                <a:gd name="adj2" fmla="val 16279922"/>
              </a:avLst>
            </a:prstGeom>
            <a:solidFill>
              <a:srgbClr val="191B0E"/>
            </a:solidFill>
            <a:ln>
              <a:solidFill>
                <a:srgbClr val="191B0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C3F6C74-07BC-4919-BCE7-F891318022CB}"/>
              </a:ext>
            </a:extLst>
          </p:cNvPr>
          <p:cNvCxnSpPr>
            <a:cxnSpLocks/>
          </p:cNvCxnSpPr>
          <p:nvPr/>
        </p:nvCxnSpPr>
        <p:spPr>
          <a:xfrm>
            <a:off x="6096000" y="1655932"/>
            <a:ext cx="0" cy="40590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57D2014-D640-4221-AB9F-62A5633FB72C}"/>
              </a:ext>
            </a:extLst>
          </p:cNvPr>
          <p:cNvSpPr txBox="1">
            <a:spLocks/>
          </p:cNvSpPr>
          <p:nvPr/>
        </p:nvSpPr>
        <p:spPr>
          <a:xfrm>
            <a:off x="6255631" y="1655932"/>
            <a:ext cx="5027981" cy="5939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/>
              <a:t>김민기 </a:t>
            </a:r>
            <a:r>
              <a:rPr lang="en-US" altLang="ko-KR" dirty="0"/>
              <a:t>( </a:t>
            </a:r>
            <a:r>
              <a:rPr lang="ko-KR" altLang="en-US" dirty="0"/>
              <a:t>남 </a:t>
            </a:r>
            <a:r>
              <a:rPr lang="en-US" altLang="ko-KR" dirty="0"/>
              <a:t>/ 24 )</a:t>
            </a:r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/>
              <a:t>인천거주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/>
              <a:t>패션 관련업 </a:t>
            </a:r>
            <a:r>
              <a:rPr lang="ko-KR" altLang="en-US" dirty="0" err="1"/>
              <a:t>종사중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 err="1"/>
              <a:t>무신사</a:t>
            </a:r>
            <a:r>
              <a:rPr lang="en-US" altLang="ko-KR" dirty="0"/>
              <a:t>, </a:t>
            </a:r>
            <a:r>
              <a:rPr lang="ko-KR" altLang="en-US" dirty="0"/>
              <a:t>서울스토어 사용 중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사용하기 편리한 앱을 원함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업무 스트레스로 안구건조증에 시달림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다양한 스타일을 추구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브랜드를 </a:t>
            </a:r>
            <a:r>
              <a:rPr lang="ko-KR" altLang="en-US" dirty="0" err="1"/>
              <a:t>신경쓰지</a:t>
            </a:r>
            <a:r>
              <a:rPr lang="ko-KR" altLang="en-US" dirty="0"/>
              <a:t> 않음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/>
              <a:t>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3092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3AB51-9018-4761-A273-462D5DD6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31063"/>
          </a:xfrm>
        </p:spPr>
        <p:txBody>
          <a:bodyPr/>
          <a:lstStyle/>
          <a:p>
            <a:r>
              <a:rPr lang="ko-KR" altLang="en-US" dirty="0"/>
              <a:t>사용자 페르소나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293AF413-BA4B-40D9-AF99-D4EAA9E27A00}"/>
              </a:ext>
            </a:extLst>
          </p:cNvPr>
          <p:cNvGrpSpPr/>
          <p:nvPr/>
        </p:nvGrpSpPr>
        <p:grpSpPr>
          <a:xfrm>
            <a:off x="3099831" y="2788380"/>
            <a:ext cx="2157970" cy="3079020"/>
            <a:chOff x="2895295" y="2286000"/>
            <a:chExt cx="1672390" cy="2567453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28CAA7FA-B8AA-48CB-9724-4A265DC9D8AD}"/>
                </a:ext>
              </a:extLst>
            </p:cNvPr>
            <p:cNvSpPr/>
            <p:nvPr/>
          </p:nvSpPr>
          <p:spPr>
            <a:xfrm>
              <a:off x="3426691" y="2286000"/>
              <a:ext cx="609600" cy="609600"/>
            </a:xfrm>
            <a:prstGeom prst="ellipse">
              <a:avLst/>
            </a:prstGeom>
            <a:solidFill>
              <a:srgbClr val="191B0E"/>
            </a:solidFill>
            <a:ln>
              <a:solidFill>
                <a:srgbClr val="191B0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현 4">
              <a:extLst>
                <a:ext uri="{FF2B5EF4-FFF2-40B4-BE49-F238E27FC236}">
                  <a16:creationId xmlns:a16="http://schemas.microsoft.com/office/drawing/2014/main" id="{2808075F-41E1-4BA7-90CD-CE3F2B40F166}"/>
                </a:ext>
              </a:extLst>
            </p:cNvPr>
            <p:cNvSpPr/>
            <p:nvPr/>
          </p:nvSpPr>
          <p:spPr>
            <a:xfrm rot="4872351">
              <a:off x="2811074" y="3096842"/>
              <a:ext cx="1840832" cy="1672390"/>
            </a:xfrm>
            <a:prstGeom prst="chord">
              <a:avLst>
                <a:gd name="adj1" fmla="val 6293827"/>
                <a:gd name="adj2" fmla="val 16279922"/>
              </a:avLst>
            </a:prstGeom>
            <a:solidFill>
              <a:srgbClr val="191B0E"/>
            </a:solidFill>
            <a:ln>
              <a:solidFill>
                <a:srgbClr val="191B0E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C3F6C74-07BC-4919-BCE7-F891318022CB}"/>
              </a:ext>
            </a:extLst>
          </p:cNvPr>
          <p:cNvCxnSpPr>
            <a:cxnSpLocks/>
          </p:cNvCxnSpPr>
          <p:nvPr/>
        </p:nvCxnSpPr>
        <p:spPr>
          <a:xfrm>
            <a:off x="6096000" y="1655932"/>
            <a:ext cx="0" cy="40590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57D2014-D640-4221-AB9F-62A5633FB72C}"/>
              </a:ext>
            </a:extLst>
          </p:cNvPr>
          <p:cNvSpPr txBox="1">
            <a:spLocks/>
          </p:cNvSpPr>
          <p:nvPr/>
        </p:nvSpPr>
        <p:spPr>
          <a:xfrm>
            <a:off x="6255631" y="1655932"/>
            <a:ext cx="5027981" cy="5939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1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1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/>
              <a:t>이지은 </a:t>
            </a:r>
            <a:r>
              <a:rPr lang="en-US" altLang="ko-KR" dirty="0"/>
              <a:t>( </a:t>
            </a:r>
            <a:r>
              <a:rPr lang="ko-KR" altLang="en-US" dirty="0"/>
              <a:t>여 </a:t>
            </a:r>
            <a:r>
              <a:rPr lang="en-US" altLang="ko-KR" dirty="0"/>
              <a:t>/ 27 )</a:t>
            </a:r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/>
              <a:t>서울거주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/>
              <a:t>웹디자인 관련업 </a:t>
            </a:r>
            <a:r>
              <a:rPr lang="ko-KR" altLang="en-US" dirty="0" err="1"/>
              <a:t>종사중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ko-KR" altLang="en-US" dirty="0" err="1"/>
              <a:t>크루비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에이랜드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룩핀</a:t>
            </a:r>
            <a:r>
              <a:rPr lang="ko-KR" altLang="en-US" dirty="0"/>
              <a:t> 사용 중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심플한 </a:t>
            </a:r>
            <a:r>
              <a:rPr lang="en-US" altLang="ko-KR" dirty="0"/>
              <a:t>Ul</a:t>
            </a:r>
            <a:r>
              <a:rPr lang="ko-KR" altLang="en-US" dirty="0"/>
              <a:t>를 추구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유행</a:t>
            </a:r>
            <a:r>
              <a:rPr lang="en-US" altLang="ko-KR" dirty="0"/>
              <a:t>/</a:t>
            </a:r>
            <a:r>
              <a:rPr lang="ko-KR" altLang="en-US" dirty="0"/>
              <a:t>랭킹을 주로 보고 따라가는 스타일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여러 기기에서 앱을 사용함</a:t>
            </a:r>
            <a:endParaRPr lang="en-US" altLang="ko-KR" dirty="0"/>
          </a:p>
          <a:p>
            <a:pPr marL="0" indent="0">
              <a:lnSpc>
                <a:spcPct val="100000"/>
              </a:lnSpc>
              <a:buFont typeface="Franklin Gothic Book" panose="020B0503020102020204" pitchFamily="34" charset="0"/>
              <a:buNone/>
            </a:pPr>
            <a:r>
              <a:rPr lang="en-US" altLang="ko-KR" dirty="0"/>
              <a:t>-</a:t>
            </a:r>
            <a:r>
              <a:rPr lang="ko-KR" altLang="en-US" dirty="0"/>
              <a:t>찜 기능을 자주 사용함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89316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1E04AA-AC5C-4A0B-8E35-8B67C46F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39062"/>
            <a:ext cx="9601200" cy="708660"/>
          </a:xfrm>
        </p:spPr>
        <p:txBody>
          <a:bodyPr/>
          <a:lstStyle/>
          <a:p>
            <a:r>
              <a:rPr lang="ko-KR" altLang="en-US" dirty="0"/>
              <a:t>무드 보드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CC524F-2EE9-4C7B-9AFD-BB236203B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1046" y="4696215"/>
            <a:ext cx="4224179" cy="177143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2E7D0E9-43DF-48B8-9685-4DACE4F1B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1046" y="1394460"/>
            <a:ext cx="4224179" cy="2811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189E273-2681-44EC-AF8D-D6A67A07BD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53" r="18428"/>
          <a:stretch/>
        </p:blipFill>
        <p:spPr bwMode="auto">
          <a:xfrm>
            <a:off x="6798944" y="1394460"/>
            <a:ext cx="3462655" cy="4729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072870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사용자 지정 1">
      <a:majorFont>
        <a:latin typeface="고도 B"/>
        <a:ea typeface="고도 B"/>
        <a:cs typeface=""/>
      </a:majorFont>
      <a:minorFont>
        <a:latin typeface="고도 B"/>
        <a:ea typeface="고도 B"/>
        <a:cs typeface="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TM10001105[[fn=자르기]]</Template>
  <TotalTime>43</TotalTime>
  <Words>145</Words>
  <Application>Microsoft Office PowerPoint</Application>
  <PresentationFormat>와이드스크린</PresentationFormat>
  <Paragraphs>44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고도 B</vt:lpstr>
      <vt:lpstr>Arial</vt:lpstr>
      <vt:lpstr>Franklin Gothic Book</vt:lpstr>
      <vt:lpstr>자르기</vt:lpstr>
      <vt:lpstr>시각디자인 리서치 분석</vt:lpstr>
      <vt:lpstr>기초 조사 분석</vt:lpstr>
      <vt:lpstr>체크리스트</vt:lpstr>
      <vt:lpstr>사용자 페르소나</vt:lpstr>
      <vt:lpstr>사용자 페르소나</vt:lpstr>
      <vt:lpstr>무드 보드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시각디자인 리서치 분석</dc:title>
  <dc:creator>노 성민</dc:creator>
  <cp:lastModifiedBy>노 성민</cp:lastModifiedBy>
  <cp:revision>1</cp:revision>
  <dcterms:created xsi:type="dcterms:W3CDTF">2021-09-03T02:12:07Z</dcterms:created>
  <dcterms:modified xsi:type="dcterms:W3CDTF">2021-09-03T02:55:27Z</dcterms:modified>
</cp:coreProperties>
</file>